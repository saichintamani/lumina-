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>
                <a:solidFill>
                  <a:srgbClr val="323232"/>
                </a:solidFill>
              </a:rPr>
              <a:t>Theme: Space Technology</a:t>
            </a:r>
            <a:endParaRPr lang="en-US" dirty="0"/>
          </a:p>
          <a:p>
            <a:pPr>
              <a:defRPr sz="2000" b="1"/>
            </a:pPr>
            <a:r>
              <a:rPr>
                <a:solidFill>
                  <a:srgbClr val="323232"/>
                </a:solidFill>
              </a:rPr>
              <a:t>PS Category: Software</a:t>
            </a:r>
          </a:p>
          <a:p>
            <a:br/>
            <a:pPr>
              <a:defRPr sz="2400" b="1">
                <a:solidFill>
                  <a:srgbClr val="0066CC"/>
                </a:solidFill>
              </a:defRPr>
            </a:pPr>
            <a:r>
              <a:rPr>
                <a:solidFill>
                  <a:srgbClr val="323232"/>
                </a:solidFill>
              </a:rPr>
              <a:t>Team Name (Registered on portal): storm Breaker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IDEA TITLE: Lumina - Autonomous Lunar Digital Twin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b="1" sz="2200">
                <a:solidFill>
                  <a:srgbClr val="0066CC"/>
                </a:solidFill>
              </a:defRPr>
            </a:pPr>
            <a:r>
              <a:t>Proposed Solution: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Real-time, browser-native 3D Digital Twin of the Faustini Crater (WebGL 60FPS).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Simulates 64 autonomous micro-rovers using Craig Reynolds' Boids Algorithm for sub-surface mapping.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Integrates an Explainable AI (XAI) orchestrator providing real-time reasoning for telemetry.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Physics-accurate simulation including a 2.6-second Earth-Moon communication latency.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/>
              <a:t>storm Breaker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screenshot2_missioncontr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83280"/>
            <a:ext cx="7315200" cy="39380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b="1" sz="2200">
                <a:solidFill>
                  <a:srgbClr val="0066CC"/>
                </a:solidFill>
              </a:defRPr>
            </a:pPr>
            <a:r>
              <a:t>Technical Stack &amp; Innovation: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Frontend &amp; 3D: Next.js 16, React Three Fiber, Three.js (InstancedMesh for swarm rendering).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Core Science: We reject the flawed 'CPR &gt; 1' assumption for ice.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Innovation: Our pipeline strictly requires a two-parameter criterion (CPR &gt; 1 AND DOP &lt; 0.13) to eliminate surface roughness artifacts.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Pathfinding: A* algorithm dynamically avoids slopes &gt; 15°.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/>
              <a:t>storm Breaker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lumina_architecture_diagram_17827378651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7472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2200">
                <a:solidFill>
                  <a:srgbClr val="0066CC"/>
                </a:solidFill>
              </a:defRPr>
            </a:pPr>
            <a:r>
              <a:t>Feasibility &amp; Risk Mitigation: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Feasibility: 100% serverless, zero-infrastructure architecture deployed via Vercel.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Risk: Rendering 64 3D rovers and real-time shadows typically causes severe browser lag.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Mitigation: Implemented highly optimized GPU shaders and InstancedMesh rendering, achieving a stable 60 FPS even on mid-range devices.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/>
              <a:t>storm Breaker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creenshot3_navc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0"/>
            <a:ext cx="7315200" cy="474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2200">
                <a:solidFill>
                  <a:srgbClr val="0066CC"/>
                </a:solidFill>
              </a:defRPr>
            </a:pPr>
            <a:r>
              <a:t>Strategic Impact for ISRO: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Mission Sandbox: Provides engineers with a risk-free, highly accurate environment to stress-test swarms.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AI Trust &amp; Transparency: Explainable AI bridges the gap between autonomous decisions and human operators.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Scalability: The architecture is fully prepared to ingest data from future missions (e.g., LUPEX).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/>
              <a:t>storm Breaker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creenshot1_la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0"/>
            <a:ext cx="7315200" cy="394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2200">
                <a:solidFill>
                  <a:srgbClr val="0066CC"/>
                </a:solidFill>
              </a:defRPr>
            </a:pPr>
            <a:r>
              <a:t>Research &amp; Repository Links: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Repository: https://github.com/saichintamani/Lumina-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Live Demo: https://antigravity-faxkdjo57-sai-chintamanis-projects.vercel.app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Data Sources: Chandrayaan-2 DFSAR and CLASS Spectrometer datasets.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Scientific Basis: Sinha et al. (2026) and Verma et al. (2025) on two-parameter (CPR/DOP) ice inversion.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Algorithms: Craig Reynolds (Boids).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/>
              <a:t>storm Breaker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